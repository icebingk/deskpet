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基于项目 README 与 action_manifest.json 制作。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10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8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线条小狗桌宠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08208" y="651052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30" kern="0" dirty="0">
                <a:solidFill>
                  <a:srgbClr val="8D8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DESKPET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7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7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960120"/>
            <a:ext cx="5669280" cy="5669280"/>
          </a:xfrm>
          <a:prstGeom prst="ellipse">
            <a:avLst/>
          </a:prstGeom>
          <a:solidFill>
            <a:srgbClr val="6F5BD3"/>
          </a:solidFill>
          <a:ln w="12700">
            <a:solidFill>
              <a:srgbClr val="6F5BD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4206240"/>
            <a:ext cx="2926080" cy="2926080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1482" y="786384"/>
            <a:ext cx="204826" cy="175565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40080"/>
            <a:ext cx="95098" cy="102413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4166" y="588874"/>
            <a:ext cx="95098" cy="102413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640080"/>
            <a:ext cx="95098" cy="102413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线条小狗桌宠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86384" y="2542032"/>
            <a:ext cx="5166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DD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一只住进 Windows 桌面的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DD6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会互动、会生活、也会陪你做事的小狗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6384" y="4114800"/>
            <a:ext cx="1371600" cy="310896"/>
          </a:xfrm>
          <a:prstGeom prst="roundRect">
            <a:avLst>
              <a:gd name="adj" fmla="val 41176"/>
            </a:avLst>
          </a:prstGeom>
          <a:solidFill>
            <a:srgbClr val="FF7A72"/>
          </a:solidFill>
          <a:ln w="12700">
            <a:solidFill>
              <a:srgbClr val="FF7A7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123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动态桌宠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4114800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FFD66B"/>
          </a:solidFill>
          <a:ln w="12700">
            <a:solidFill>
              <a:srgbClr val="FFD6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41239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0752" y="4114800"/>
            <a:ext cx="1005840" cy="310896"/>
          </a:xfrm>
          <a:prstGeom prst="roundRect">
            <a:avLst>
              <a:gd name="adj" fmla="val 41176"/>
            </a:avLst>
          </a:prstGeom>
          <a:solidFill>
            <a:srgbClr val="6DD6BA"/>
          </a:solidFill>
          <a:ln w="12700">
            <a:solidFill>
              <a:srgbClr val="6DD6B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41239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4809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A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1300" dirty="0"/>
          </a:p>
        </p:txBody>
      </p:sp>
      <p:pic>
        <p:nvPicPr>
          <p:cNvPr id="17" name="Image 0" descr="Y:\Deskpet\tmp\ppt_pet_intro\pet_1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822960"/>
            <a:ext cx="4937760" cy="4937760"/>
          </a:xfrm>
          <a:prstGeom prst="rect">
            <a:avLst/>
          </a:prstGeom>
        </p:spPr>
      </p:pic>
      <p:pic>
        <p:nvPicPr>
          <p:cNvPr id="18" name="Image 1" descr="Y:\Deskpet\tmp\ppt_pet_intro\pet_0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00000">
            <a:off x="8988552" y="3977640"/>
            <a:ext cx="2103120" cy="21031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6384" y="61904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88B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DESKPET · M1—M3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它是谁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它不是壁纸，而是桌面上的小伙伴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466344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1883664"/>
            <a:ext cx="4041648" cy="3063240"/>
          </a:xfrm>
          <a:prstGeom prst="roundRect">
            <a:avLst>
              <a:gd name="adj" fmla="val 4478"/>
            </a:avLst>
          </a:prstGeom>
          <a:solidFill>
            <a:srgbClr val="ECEAF2"/>
          </a:solidFill>
          <a:ln w="12700">
            <a:solidFill>
              <a:srgbClr val="ECEA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84832"/>
            <a:ext cx="3694176" cy="2450592"/>
          </a:xfrm>
          <a:prstGeom prst="roundRect">
            <a:avLst>
              <a:gd name="adj" fmla="val 2985"/>
            </a:avLst>
          </a:prstGeom>
          <a:solidFill>
            <a:srgbClr val="342F41"/>
          </a:solidFill>
          <a:ln w="12700">
            <a:solidFill>
              <a:srgbClr val="342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2286000"/>
            <a:ext cx="914400" cy="914400"/>
          </a:xfrm>
          <a:prstGeom prst="ellipse">
            <a:avLst/>
          </a:prstGeom>
          <a:solidFill>
            <a:srgbClr val="574B73"/>
          </a:solidFill>
          <a:ln w="12700">
            <a:solidFill>
              <a:srgbClr val="574B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2651760"/>
            <a:ext cx="594360" cy="594360"/>
          </a:xfrm>
          <a:prstGeom prst="ellipse">
            <a:avLst/>
          </a:prstGeom>
          <a:solidFill>
            <a:srgbClr val="66578A"/>
          </a:solidFill>
          <a:ln w="12700">
            <a:solidFill>
              <a:srgbClr val="66578A"/>
            </a:solidFill>
            <a:prstDash val="solid"/>
          </a:ln>
        </p:spPr>
      </p:sp>
      <p:pic>
        <p:nvPicPr>
          <p:cNvPr id="9" name="Image 0" descr="Y:\Deskpet\tmp\ppt_pet_intro\pet_1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011680"/>
            <a:ext cx="2286000" cy="2286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43000" y="4279392"/>
            <a:ext cx="3694176" cy="256032"/>
          </a:xfrm>
          <a:prstGeom prst="rect">
            <a:avLst/>
          </a:prstGeom>
          <a:solidFill>
            <a:srgbClr val="211D2B"/>
          </a:solidFill>
          <a:ln w="12700">
            <a:solidFill>
              <a:srgbClr val="211D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5129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透明窗口 · 无边框 · 常驻桌面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15568" y="55138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使用透明 GIF 动画，不依赖 3D 模型；正式版 EXE 可直接运行。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42432" y="1627632"/>
            <a:ext cx="5715000" cy="1143000"/>
          </a:xfrm>
          <a:prstGeom prst="roundRect">
            <a:avLst>
              <a:gd name="adj" fmla="val 12800"/>
            </a:avLst>
          </a:prstGeom>
          <a:solidFill>
            <a:srgbClr val="F0EDFF"/>
          </a:solidFill>
          <a:ln w="12700">
            <a:solidFill>
              <a:srgbClr val="F0ED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18013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7726680" y="17922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个核心 GIF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26680" y="22037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当前运行时精选动作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42432" y="3044952"/>
            <a:ext cx="5715000" cy="1143000"/>
          </a:xfrm>
          <a:prstGeom prst="roundRect">
            <a:avLst>
              <a:gd name="adj" fmla="val 12800"/>
            </a:avLst>
          </a:prstGeom>
          <a:solidFill>
            <a:srgbClr val="FFF0EF"/>
          </a:solidFill>
          <a:ln w="12700">
            <a:solidFill>
              <a:srgbClr val="FFF0E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53328" y="32186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7726680" y="320954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个已整理 GIF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26680" y="36210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覆盖待机、睡眠、食物、情绪等类别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42432" y="4462272"/>
            <a:ext cx="5715000" cy="1143000"/>
          </a:xfrm>
          <a:prstGeom prst="roundRect">
            <a:avLst>
              <a:gd name="adj" fmla="val 12800"/>
            </a:avLst>
          </a:prstGeom>
          <a:solidFill>
            <a:srgbClr val="EAF8F3"/>
          </a:solidFill>
          <a:ln w="12700">
            <a:solidFill>
              <a:srgbClr val="EAF8F3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53328" y="46360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BA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M1—M3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726680" y="462686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已完成阶段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26680" y="50383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动画与窗口、物理与养成、工具与控制面板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93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数据来自项目 README 与动作清单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7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自主生活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会发呆、会乱跑，也会按自己的节奏入睡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44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动作不是机械轮播，而是由分层调度与状态共同决定。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3419856" cy="406908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139696"/>
            <a:ext cx="2962656" cy="1737360"/>
          </a:xfrm>
          <a:prstGeom prst="roundRect">
            <a:avLst>
              <a:gd name="adj" fmla="val 6316"/>
            </a:avLst>
          </a:prstGeom>
          <a:solidFill>
            <a:srgbClr val="F0E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Y:\Deskpet\tmp\ppt_pet_intro\pet_1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084832"/>
            <a:ext cx="2011680" cy="2011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4160520"/>
            <a:ext cx="1078992" cy="310896"/>
          </a:xfrm>
          <a:prstGeom prst="roundRect">
            <a:avLst>
              <a:gd name="adj" fmla="val 41176"/>
            </a:avLst>
          </a:prstGeom>
          <a:solidFill>
            <a:srgbClr val="6F5BD3"/>
          </a:solidFill>
          <a:ln w="12700">
            <a:solidFill>
              <a:srgbClr val="6F5BD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16966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持续微动作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4617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自然待机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5065776"/>
            <a:ext cx="28529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呼吸、观察、轻微姿态变化，保持“活着”的感觉。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53128" y="1901952"/>
            <a:ext cx="3419856" cy="406908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1728" y="2139696"/>
            <a:ext cx="2962656" cy="1737360"/>
          </a:xfrm>
          <a:prstGeom prst="roundRect">
            <a:avLst>
              <a:gd name="adj" fmla="val 6316"/>
            </a:avLst>
          </a:prstGeom>
          <a:solidFill>
            <a:srgbClr val="FFF0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Y:\Deskpet\tmp\ppt_pet_intro\pet_1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2084832"/>
            <a:ext cx="2011680" cy="2011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4160520"/>
            <a:ext cx="1078992" cy="310896"/>
          </a:xfrm>
          <a:prstGeom prst="roundRect">
            <a:avLst>
              <a:gd name="adj" fmla="val 41176"/>
            </a:avLst>
          </a:prstGeom>
          <a:solidFill>
            <a:srgbClr val="FF7A72"/>
          </a:solidFill>
          <a:ln w="12700">
            <a:solidFill>
              <a:srgbClr val="FF7A72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09160" y="416966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环境反应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09160" y="4617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边缘探头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709160" y="5065776"/>
            <a:ext cx="28529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靠近屏幕边缘会吸附，3 秒无操作后悄悄探头。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47888" y="1901952"/>
            <a:ext cx="3419856" cy="406908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76488" y="2139696"/>
            <a:ext cx="2962656" cy="1737360"/>
          </a:xfrm>
          <a:prstGeom prst="roundRect">
            <a:avLst>
              <a:gd name="adj" fmla="val 6316"/>
            </a:avLst>
          </a:prstGeom>
          <a:solidFill>
            <a:srgbClr val="EAF8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Y:\Deskpet\tmp\ppt_pet_intro\pet_1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696" y="2084832"/>
            <a:ext cx="2011680" cy="20116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503920" y="4160520"/>
            <a:ext cx="1078992" cy="310896"/>
          </a:xfrm>
          <a:prstGeom prst="roundRect">
            <a:avLst>
              <a:gd name="adj" fmla="val 41176"/>
            </a:avLst>
          </a:prstGeom>
          <a:solidFill>
            <a:srgbClr val="4BAE8F"/>
          </a:solidFill>
          <a:ln w="12700">
            <a:solidFill>
              <a:srgbClr val="4BAE8F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503920" y="416966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状态切换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503920" y="46177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困了就睡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8503920" y="5065776"/>
            <a:ext cx="285292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先打哈欠，再进入双宠抱着入睡的循环动画。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172968" y="61447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5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随机姿态会完整播放；明显特殊动作设有冷却，避免连续打扰。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31520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93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行为依据 action_manifest.json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7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互动体验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每一次碰它，都有明确的回应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266944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10512"/>
            <a:ext cx="1371600" cy="1481328"/>
          </a:xfrm>
          <a:prstGeom prst="roundRect">
            <a:avLst>
              <a:gd name="adj" fmla="val 6667"/>
            </a:avLst>
          </a:prstGeom>
          <a:solidFill>
            <a:srgbClr val="F0E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Y:\Deskpet\tmp\ppt_pet_intro\pet_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56232"/>
            <a:ext cx="1143000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41448" y="18105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41448" y="2112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单击回应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441448" y="259689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10 个互动动作中无重复抽取，并显示中文打字机气泡。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91072" y="1600200"/>
            <a:ext cx="5266944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10512"/>
            <a:ext cx="1371600" cy="1481328"/>
          </a:xfrm>
          <a:prstGeom prst="roundRect">
            <a:avLst>
              <a:gd name="adj" fmla="val 6667"/>
            </a:avLst>
          </a:prstGeom>
          <a:solidFill>
            <a:srgbClr val="FFF0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Y:\Deskpet\tmp\ppt_pet_intro\pet_1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856232"/>
            <a:ext cx="1143000" cy="1143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74152" y="18105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074152" y="2112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拖动与落地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74152" y="259689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左键拖动；松手后按真实时间步长下落，还能站在普通窗口上。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8368" y="3840480"/>
            <a:ext cx="5266944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" y="4050792"/>
            <a:ext cx="1371600" cy="1481328"/>
          </a:xfrm>
          <a:prstGeom prst="roundRect">
            <a:avLst>
              <a:gd name="adj" fmla="val 6667"/>
            </a:avLst>
          </a:prstGeom>
          <a:solidFill>
            <a:srgbClr val="EAF8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Y:\Deskpet\tmp\ppt_pet_intro\pet_1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96512"/>
            <a:ext cx="1143000" cy="1143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441448" y="405079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A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441448" y="4352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边缘躲藏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2441448" y="48371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左右边缘自动吸附；左侧画面会镜像，方向始终自然。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91072" y="3840480"/>
            <a:ext cx="5266944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050792"/>
            <a:ext cx="1371600" cy="1481328"/>
          </a:xfrm>
          <a:prstGeom prst="roundRect">
            <a:avLst>
              <a:gd name="adj" fmla="val 6667"/>
            </a:avLst>
          </a:prstGeom>
          <a:solidFill>
            <a:srgbClr val="F4E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Y:\Deskpet\tmp\ppt_pet_intro\pet_1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096512"/>
            <a:ext cx="1143000" cy="11430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74152" y="405079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074152" y="4352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滚轮缩放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8074152" y="48371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角色可在 50%—200% 范围调整大小，位置与设置自动记住。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749040" y="6080760"/>
            <a:ext cx="4681728" cy="320040"/>
          </a:xfrm>
          <a:prstGeom prst="roundRect">
            <a:avLst>
              <a:gd name="adj" fmla="val 40000"/>
            </a:avLst>
          </a:prstGeom>
          <a:solidFill>
            <a:srgbClr val="241B46"/>
          </a:solidFill>
          <a:ln w="12700">
            <a:solidFill>
              <a:srgbClr val="241B4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886200" y="6144768"/>
            <a:ext cx="4407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悬停显示状态卡 · 气泡出现时自动避让 · 菜单始终留在屏幕内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31520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93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交互能力来自当前正式版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7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陪伴与养成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可爱之外，它还有一套“养成逻辑”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4069080" cy="4480560"/>
          </a:xfrm>
          <a:prstGeom prst="roundRect">
            <a:avLst>
              <a:gd name="adj" fmla="val 3596"/>
            </a:avLst>
          </a:prstGeom>
          <a:solidFill>
            <a:srgbClr val="241B46"/>
          </a:solidFill>
          <a:ln w="12700">
            <a:solidFill>
              <a:srgbClr val="241B46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四项核心状态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24871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00784" y="2505456"/>
            <a:ext cx="2423160" cy="164592"/>
          </a:xfrm>
          <a:prstGeom prst="roundRect">
            <a:avLst>
              <a:gd name="adj" fmla="val 44444"/>
            </a:avLst>
          </a:prstGeom>
          <a:solidFill>
            <a:srgbClr val="51486C"/>
          </a:solidFill>
          <a:ln w="12700">
            <a:solidFill>
              <a:srgbClr val="5148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0784" y="2505456"/>
            <a:ext cx="1890065" cy="164592"/>
          </a:xfrm>
          <a:prstGeom prst="roundRect">
            <a:avLst>
              <a:gd name="adj" fmla="val 44444"/>
            </a:avLst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14553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00784" y="3163824"/>
            <a:ext cx="2423160" cy="164592"/>
          </a:xfrm>
          <a:prstGeom prst="roundRect">
            <a:avLst>
              <a:gd name="adj" fmla="val 44444"/>
            </a:avLst>
          </a:prstGeom>
          <a:solidFill>
            <a:srgbClr val="51486C"/>
          </a:solidFill>
          <a:ln w="12700">
            <a:solidFill>
              <a:srgbClr val="5148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0784" y="3163824"/>
            <a:ext cx="2083918" cy="164592"/>
          </a:xfrm>
          <a:prstGeom prst="roundRect">
            <a:avLst>
              <a:gd name="adj" fmla="val 44444"/>
            </a:avLst>
          </a:prstGeom>
          <a:solidFill>
            <a:srgbClr val="FF7A72"/>
          </a:solidFill>
          <a:ln w="12700">
            <a:solidFill>
              <a:srgbClr val="FF7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80390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00784" y="3822192"/>
            <a:ext cx="2423160" cy="164592"/>
          </a:xfrm>
          <a:prstGeom prst="roundRect">
            <a:avLst>
              <a:gd name="adj" fmla="val 44444"/>
            </a:avLst>
          </a:prstGeom>
          <a:solidFill>
            <a:srgbClr val="51486C"/>
          </a:solidFill>
          <a:ln w="12700">
            <a:solidFill>
              <a:srgbClr val="5148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00784" y="3822192"/>
            <a:ext cx="1575054" cy="164592"/>
          </a:xfrm>
          <a:prstGeom prst="roundRect">
            <a:avLst>
              <a:gd name="adj" fmla="val 44444"/>
            </a:avLst>
          </a:prstGeom>
          <a:solidFill>
            <a:srgbClr val="6DD6BA"/>
          </a:solidFill>
          <a:ln w="12700">
            <a:solidFill>
              <a:srgbClr val="6DD6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46227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00784" y="4480560"/>
            <a:ext cx="2423160" cy="164592"/>
          </a:xfrm>
          <a:prstGeom prst="roundRect">
            <a:avLst>
              <a:gd name="adj" fmla="val 44444"/>
            </a:avLst>
          </a:prstGeom>
          <a:solidFill>
            <a:srgbClr val="51486C"/>
          </a:solidFill>
          <a:ln w="12700">
            <a:solidFill>
              <a:srgbClr val="5148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4480560"/>
            <a:ext cx="2229307" cy="164592"/>
          </a:xfrm>
          <a:prstGeom prst="roundRect">
            <a:avLst>
              <a:gd name="adj" fmla="val 44444"/>
            </a:avLst>
          </a:prstGeom>
          <a:solidFill>
            <a:srgbClr val="BFAEFF"/>
          </a:solidFill>
          <a:ln w="12700">
            <a:solidFill>
              <a:srgbClr val="BFA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5257800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EC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自然状态默认每 10 分钟统一结算；离线补算最多 72 小时。</a:t>
            </a:r>
            <a:endParaRPr lang="en-US" sz="1100" dirty="0"/>
          </a:p>
        </p:txBody>
      </p:sp>
      <p:pic>
        <p:nvPicPr>
          <p:cNvPr id="19" name="Image 0" descr="Y:\Deskpet\tmp\ppt_pet_intro\pet_0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3858768"/>
            <a:ext cx="1481328" cy="148132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148072" y="1572768"/>
            <a:ext cx="2852928" cy="1965960"/>
          </a:xfrm>
          <a:prstGeom prst="roundRect">
            <a:avLst>
              <a:gd name="adj" fmla="val 7442"/>
            </a:avLst>
          </a:prstGeom>
          <a:solidFill>
            <a:srgbClr val="FFF3D0"/>
          </a:solidFill>
          <a:ln w="12700">
            <a:solidFill>
              <a:srgbClr val="FFF3D0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pic>
        <p:nvPicPr>
          <p:cNvPr id="21" name="Image 1" descr="Y:\Deskpet\tmp\ppt_pet_intro\pet_0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1801368"/>
            <a:ext cx="1207008" cy="12070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37960" y="191109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吃饭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6537960" y="2395728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恢复饱腹；营养餐还会恢复体力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366760" y="1572768"/>
            <a:ext cx="2852928" cy="1965960"/>
          </a:xfrm>
          <a:prstGeom prst="roundRect">
            <a:avLst>
              <a:gd name="adj" fmla="val 7442"/>
            </a:avLst>
          </a:prstGeom>
          <a:solidFill>
            <a:srgbClr val="EAF8F3"/>
          </a:solidFill>
          <a:ln w="12700">
            <a:solidFill>
              <a:srgbClr val="EAF8F3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pic>
        <p:nvPicPr>
          <p:cNvPr id="25" name="Image 2" descr="Y:\Deskpet\tmp\ppt_pet_intro\pet_17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801368"/>
            <a:ext cx="1207008" cy="12070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756648" y="191109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9756648" y="2395728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 5 / 15 / 30 分钟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148072" y="3858768"/>
            <a:ext cx="2852928" cy="1965960"/>
          </a:xfrm>
          <a:prstGeom prst="roundRect">
            <a:avLst>
              <a:gd name="adj" fmla="val 7442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pic>
        <p:nvPicPr>
          <p:cNvPr id="29" name="Image 3" descr="Y:\Deskpet\tmp\ppt_pet_intro\pet_15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4087368"/>
            <a:ext cx="1207008" cy="12070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537960" y="419709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洗澡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6537960" y="4681728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提高洁净状态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366760" y="3858768"/>
            <a:ext cx="2852928" cy="1965960"/>
          </a:xfrm>
          <a:prstGeom prst="roundRect">
            <a:avLst>
              <a:gd name="adj" fmla="val 7442"/>
            </a:avLst>
          </a:prstGeom>
          <a:solidFill>
            <a:srgbClr val="F0EDFF"/>
          </a:solidFill>
          <a:ln w="12700">
            <a:solidFill>
              <a:srgbClr val="F0ED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pic>
        <p:nvPicPr>
          <p:cNvPr id="33" name="Image 4" descr="Y:\Deskpet\tmp\ppt_pet_intro\pet_1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4087368"/>
            <a:ext cx="1207008" cy="12070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756648" y="4197096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睡觉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9756648" y="4681728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进入睡眠并恢复体力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5577840" y="60807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5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活动时会循环播放对应 GIF，状态卡同步显示剩余分钟。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31520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93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养成参数可在控制面板修改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7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桌面助理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它能陪伴，也能把常用小工具放到手边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6400800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47088"/>
            <a:ext cx="5852160" cy="3886200"/>
          </a:xfrm>
          <a:prstGeom prst="roundRect">
            <a:avLst>
              <a:gd name="adj" fmla="val 3059"/>
            </a:avLst>
          </a:prstGeom>
          <a:solidFill>
            <a:srgbClr val="F4F2F8"/>
          </a:solidFill>
          <a:ln w="12700">
            <a:solidFill>
              <a:srgbClr val="E2DD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84832"/>
            <a:ext cx="1325880" cy="3364992"/>
          </a:xfrm>
          <a:prstGeom prst="roundRect">
            <a:avLst>
              <a:gd name="adj" fmla="val 6897"/>
            </a:avLst>
          </a:prstGeom>
          <a:solidFill>
            <a:srgbClr val="241B46"/>
          </a:solidFill>
          <a:ln w="12700">
            <a:solidFill>
              <a:srgbClr val="241B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235915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EC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3364992"/>
            <a:ext cx="1005840" cy="338328"/>
          </a:xfrm>
          <a:prstGeom prst="roundRect">
            <a:avLst>
              <a:gd name="adj" fmla="val 32432"/>
            </a:avLst>
          </a:prstGeom>
          <a:solidFill>
            <a:srgbClr val="6F5BD3"/>
          </a:solidFill>
          <a:ln w="12700">
            <a:solidFill>
              <a:srgbClr val="6F5B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84378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53312" y="332841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EC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38130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EC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外观与行为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429768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EC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系统与工具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4048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25:00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273552" y="312724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专注进行中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72968" y="3657600"/>
            <a:ext cx="1444752" cy="457200"/>
          </a:xfrm>
          <a:prstGeom prst="roundRect">
            <a:avLst>
              <a:gd name="adj" fmla="val 36000"/>
            </a:avLst>
          </a:prstGeom>
          <a:solidFill>
            <a:srgbClr val="FF7A72"/>
          </a:solidFill>
          <a:ln w="12700">
            <a:solidFill>
              <a:srgbClr val="FF7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374904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</a:t>
            </a:r>
            <a:endParaRPr lang="en-US" sz="1200" dirty="0"/>
          </a:p>
        </p:txBody>
      </p:sp>
      <p:pic>
        <p:nvPicPr>
          <p:cNvPr id="17" name="Image 0" descr="Y:\Deskpet\tmp\ppt_pet_intro\pet_1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788920"/>
            <a:ext cx="1691640" cy="1691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834640" y="4983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控制面板共 5 页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43800" y="1700784"/>
            <a:ext cx="420624" cy="420624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43800" y="170992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56448" y="1645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计时提醒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156448" y="1993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倒计时、重复闹钟、25/5 番茄钟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543800" y="2615184"/>
            <a:ext cx="420624" cy="420624"/>
          </a:xfrm>
          <a:prstGeom prst="ellipse">
            <a:avLst/>
          </a:prstGeom>
          <a:solidFill>
            <a:srgbClr val="6F5BD3"/>
          </a:solidFill>
          <a:ln w="12700">
            <a:solidFill>
              <a:srgbClr val="6F5BD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43800" y="262432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56448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便签管理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156448" y="2907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搜索、完成、推迟、回收站与导出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43800" y="3529584"/>
            <a:ext cx="420624" cy="420624"/>
          </a:xfrm>
          <a:prstGeom prst="ellipse">
            <a:avLst/>
          </a:prstGeom>
          <a:solidFill>
            <a:srgbClr val="4BAE8F"/>
          </a:solidFill>
          <a:ln w="12700">
            <a:solidFill>
              <a:srgbClr val="4BAE8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3800" y="353872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156448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健康提醒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156448" y="3822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久坐、喝水、护眼提醒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543800" y="4443984"/>
            <a:ext cx="420624" cy="420624"/>
          </a:xfrm>
          <a:prstGeom prst="ellipse">
            <a:avLst/>
          </a:prstGeom>
          <a:solidFill>
            <a:srgbClr val="B884D8"/>
          </a:solidFill>
          <a:ln w="12700">
            <a:solidFill>
              <a:srgbClr val="B884D8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43800" y="445312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156448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系统监测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156448" y="47365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CPU、内存、电池与网络信息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543800" y="5358384"/>
            <a:ext cx="420624" cy="420624"/>
          </a:xfrm>
          <a:prstGeom prst="ellipse">
            <a:avLst/>
          </a:prstGeom>
          <a:solidFill>
            <a:srgbClr val="E8A735"/>
          </a:solidFill>
          <a:ln w="12700">
            <a:solidFill>
              <a:srgbClr val="E8A735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43800" y="536752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156448" y="5303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常用工具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156448" y="56509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计算器、记事本、截图、资源管理器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31520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93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当前已完成 M3“工具与控制面板”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7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6F5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桌面原生体验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真正融入桌面的，是这些“不显眼”的细节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3438144" cy="1664208"/>
          </a:xfrm>
          <a:prstGeom prst="roundRect">
            <a:avLst>
              <a:gd name="adj" fmla="val 8791"/>
            </a:avLst>
          </a:prstGeom>
          <a:solidFill>
            <a:srgbClr val="F0EDFF"/>
          </a:solidFill>
          <a:ln w="12700">
            <a:solidFill>
              <a:srgbClr val="F0ED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19656"/>
            <a:ext cx="457200" cy="457200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20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99616" y="1837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窗口碰撞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2441448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能站在普通窗口顶部；窗口移动、最小化或关闭后会跟随或重新下落。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62272" y="1572768"/>
            <a:ext cx="3438144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819656"/>
            <a:ext cx="457200" cy="457200"/>
          </a:xfrm>
          <a:prstGeom prst="ellipse">
            <a:avLst/>
          </a:prstGeom>
          <a:solidFill>
            <a:srgbClr val="6F5B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1920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837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多显示器保护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2441448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显示器更换或断开时，自动把宠物移回可见区域。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66176" y="1572768"/>
            <a:ext cx="3438144" cy="1664208"/>
          </a:xfrm>
          <a:prstGeom prst="roundRect">
            <a:avLst>
              <a:gd name="adj" fmla="val 8791"/>
            </a:avLst>
          </a:prstGeom>
          <a:solidFill>
            <a:srgbClr val="F0EDFF"/>
          </a:solidFill>
          <a:ln w="12700">
            <a:solidFill>
              <a:srgbClr val="F0ED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94776" y="1819656"/>
            <a:ext cx="457200" cy="457200"/>
          </a:xfrm>
          <a:prstGeom prst="ellipse">
            <a:avLst/>
          </a:prstGeom>
          <a:solidFill>
            <a:srgbClr val="6F5B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776" y="1920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07424" y="1837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强力置顶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94776" y="2441448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定期恢复窗口层级，同时不抢夺键盘焦点。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566160"/>
            <a:ext cx="3438144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" y="3813048"/>
            <a:ext cx="457200" cy="457200"/>
          </a:xfrm>
          <a:prstGeom prst="ellipse">
            <a:avLst/>
          </a:prstGeom>
          <a:solidFill>
            <a:srgbClr val="6F5B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913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99616" y="3831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设置记忆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6968" y="4434840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自动保存位置、大小、物理与窗口设置；成长数据单独保存。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62272" y="3566160"/>
            <a:ext cx="3438144" cy="1664208"/>
          </a:xfrm>
          <a:prstGeom prst="roundRect">
            <a:avLst>
              <a:gd name="adj" fmla="val 8791"/>
            </a:avLst>
          </a:prstGeom>
          <a:solidFill>
            <a:srgbClr val="F0EDFF"/>
          </a:solidFill>
          <a:ln w="12700">
            <a:solidFill>
              <a:srgbClr val="F0ED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3813048"/>
            <a:ext cx="457200" cy="457200"/>
          </a:xfrm>
          <a:prstGeom prst="ellipse">
            <a:avLst/>
          </a:prstGeom>
          <a:solidFill>
            <a:srgbClr val="6F5B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913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3831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单实例运行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90872" y="4434840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重复双击 EXE 只保留一个桌宠实例。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66176" y="3566160"/>
            <a:ext cx="3438144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2A2047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94776" y="3813048"/>
            <a:ext cx="457200" cy="457200"/>
          </a:xfrm>
          <a:prstGeom prst="ellipse">
            <a:avLst/>
          </a:prstGeom>
          <a:solidFill>
            <a:srgbClr val="6F5B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94776" y="3913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07424" y="3831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全局快捷键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94776" y="4434840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隐藏/显示、鼠标穿透、召回、暂停都可一键完成。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298448" y="5742432"/>
            <a:ext cx="9582912" cy="530352"/>
          </a:xfrm>
          <a:prstGeom prst="roundRect">
            <a:avLst>
              <a:gd name="adj" fmla="val 27586"/>
            </a:avLst>
          </a:prstGeom>
          <a:solidFill>
            <a:srgbClr val="241B46"/>
          </a:solidFill>
          <a:ln w="12700">
            <a:solidFill>
              <a:srgbClr val="241B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72768" y="5897880"/>
            <a:ext cx="9034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Alt + D  显示/隐藏     ·     Ctrl + Alt + T  鼠标穿透     ·     Ctrl + Alt + P  召回     ·     Ctrl + Alt + Space  暂停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A93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快捷键来自项目 README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879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CEC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开始使用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双击一次，让它住进你的桌面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EC6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正式版已经打包完成，目标电脑无需安装 Python。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1920240"/>
            <a:ext cx="585216" cy="585216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2996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72768" y="19019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找到正式版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2331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EB5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打开项目中的 dist 文件夹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585216" cy="585216"/>
          </a:xfrm>
          <a:prstGeom prst="ellipse">
            <a:avLst/>
          </a:prstGeom>
          <a:solidFill>
            <a:srgbClr val="FFD66B"/>
          </a:solidFill>
          <a:ln w="12700">
            <a:solidFill>
              <a:srgbClr val="FFD6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17296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25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2768" y="30449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双击运行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72768" y="3474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EB5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启动“线条小狗桌宠.exe”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4206240"/>
            <a:ext cx="585216" cy="585216"/>
          </a:xfrm>
          <a:prstGeom prst="ellipse">
            <a:avLst/>
          </a:prstGeom>
          <a:solidFill>
            <a:srgbClr val="6DD6BA"/>
          </a:solidFill>
          <a:ln w="12700">
            <a:solidFill>
              <a:srgbClr val="6DD6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1596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72768" y="41879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开始互动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572768" y="4617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EB5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单击、拖动、滚轮缩放；双击打开控制面板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5532120"/>
            <a:ext cx="5349240" cy="594360"/>
          </a:xfrm>
          <a:prstGeom prst="roundRect">
            <a:avLst>
              <a:gd name="adj" fmla="val 27692"/>
            </a:avLst>
          </a:prstGeom>
          <a:solidFill>
            <a:srgbClr val="372C58"/>
          </a:solidFill>
          <a:ln w="12700">
            <a:solidFill>
              <a:srgbClr val="574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569671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dist\线条小狗桌宠.exe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059168" y="713232"/>
            <a:ext cx="4983480" cy="4983480"/>
          </a:xfrm>
          <a:prstGeom prst="ellipse">
            <a:avLst/>
          </a:prstGeom>
          <a:solidFill>
            <a:srgbClr val="6F5BD3"/>
          </a:solidFill>
          <a:ln w="12700">
            <a:solidFill>
              <a:srgbClr val="6F5BD3"/>
            </a:solidFill>
            <a:prstDash val="solid"/>
          </a:ln>
        </p:spPr>
      </p:sp>
      <p:pic>
        <p:nvPicPr>
          <p:cNvPr id="20" name="Image 0" descr="Y:\Deskpet\tmp\ppt_pet_intro\pet_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841248"/>
            <a:ext cx="4572000" cy="4572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0928909" y="5696712"/>
            <a:ext cx="358445" cy="307238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698480" y="5440680"/>
            <a:ext cx="166421" cy="179222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16107" y="5351069"/>
            <a:ext cx="166421" cy="179222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146536" y="5440680"/>
            <a:ext cx="166421" cy="179222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95160" y="57150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让桌面多一点生命感。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7315200" y="64739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A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适用平台：Windows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Deskpet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线条小狗桌宠｜产品介绍</dc:title>
  <dc:subject>线条小狗 2D 桌宠介绍</dc:subject>
  <dc:creator>Deskpet</dc:creator>
  <cp:lastModifiedBy>Deskpet</cp:lastModifiedBy>
  <cp:revision>1</cp:revision>
  <dcterms:created xsi:type="dcterms:W3CDTF">2026-08-13T09:09:21Z</dcterms:created>
  <dcterms:modified xsi:type="dcterms:W3CDTF">2026-08-13T09:09:21Z</dcterms:modified>
</cp:coreProperties>
</file>